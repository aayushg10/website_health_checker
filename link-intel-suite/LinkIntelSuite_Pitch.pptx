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457200"/>
            <a:ext cx="4114800" cy="4114800"/>
          </a:xfrm>
          <a:prstGeom prst="ellipse">
            <a:avLst/>
          </a:prstGeom>
          <a:solidFill>
            <a:srgbClr val="3730A3">
              <a:alpha val="18000"/>
            </a:srgbClr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365760"/>
            <a:ext cx="274320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🏆  HACKATHON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 Intel Suite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194560"/>
            <a:ext cx="27432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</a:rPr>
              <a:t>Internal Linking Intelligence, Powered by AI Agents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4A3B8"/>
                </a:solidFill>
              </a:rPr>
              <a:t>Drop in a Screaming Frog export or enter a URL → get a complete health score,</a:t>
            </a:r>
            <a:endParaRPr lang="en-US" sz="135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4A3B8"/>
                </a:solidFill>
              </a:rPr>
              <a:t>topical clusters, orphan pages, PageRank analysis &amp; contextual link recommendations.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97280" y="4160520"/>
            <a:ext cx="155448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5 AI Agents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80360" y="4160520"/>
            <a:ext cx="1554480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&lt; 60s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4160520"/>
            <a:ext cx="1554480" cy="274320"/>
          </a:xfrm>
          <a:prstGeom prst="rect">
            <a:avLst>
              <a:gd name="adj" fmla="val 13333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100% Local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46520" y="4160520"/>
            <a:ext cx="1554480" cy="274320"/>
          </a:xfrm>
          <a:prstGeom prst="rect">
            <a:avLst>
              <a:gd name="adj" fmla="val 13333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Notion Export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74320"/>
          </a:xfrm>
          <a:prstGeom prst="rect">
            <a:avLst>
              <a:gd name="adj" fmla="val 13333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linking is broken</a:t>
            </a:r>
            <a:endParaRPr lang="en-US" sz="3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most websites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SEO teams waste hours in spreadsheets trying to manually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analyse link graphs that should be automated.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633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</a:rPr>
              <a:t>Orphan pages get zero link equity — invisible to Google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</a:rPr>
              <a:t>Generic anchors ('click here') dilute topical authority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3547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</a:rPr>
              <a:t>Broken internal links silently destroy crawl budget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4005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</a:rPr>
              <a:t>Keyword cannibalization tanks rankings without warning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462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</a:rPr>
              <a:t>No visibility into PageRank flow across the site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20640" y="502920"/>
            <a:ext cx="3657600" cy="429768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685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4A3B8"/>
                </a:solidFill>
              </a:rPr>
              <a:t>The real cost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57800" y="1234440"/>
            <a:ext cx="338328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30759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25780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of pages have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zero internal links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2514600"/>
            <a:ext cx="338328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5877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3–5h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525780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wasted per 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 manual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3794760"/>
            <a:ext cx="3383280" cy="10789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8679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257800" y="4389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SEO impact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internal link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tool. Complete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internal link intelligence.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4114800" cy="91440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47672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93852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Built-in Crawler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31343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</a:rPr>
              <a:t>Just enter a URL. No Screaming Frog needed.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114800" cy="91440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47672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0368" y="193852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Health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231343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</a:rPr>
              <a:t>0–100 grade with weighted breakdown of every issue.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07208"/>
            <a:ext cx="4114800" cy="91440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296265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AI Agents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33756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</a:rPr>
              <a:t>5 specialised agents run sequentially in under 60 seconds.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807208"/>
            <a:ext cx="4114800" cy="91440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71800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0368" y="296265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Link Recs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333756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</a:rPr>
              <a:t>Contextual suggestions: which page should link to which, and what anchor to use.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4114800" cy="91440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95928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" y="39867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Notion Export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43616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</a:rPr>
              <a:t>Push a fully structured report to your Notion workspace in one click.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831336"/>
            <a:ext cx="4114800" cy="91440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995928"/>
            <a:ext cx="64008" cy="5852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30368" y="39867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Slack Alerts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28032" y="436168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</a:rPr>
              <a:t>Get notified after every run with score, grade, and key stats.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AI Agents. One Pipeline.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Each agent is a specialised Python function. They run sequentially, each feeding results to the next.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627632" cy="30632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16276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470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3969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" y="257860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Graph Agent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14447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Builds the full internal link graph using NetworkX. Detects orphans, calculates PageRank, finds broken links and redirect chains.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3182112"/>
            <a:ext cx="82296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5688" y="1719072"/>
            <a:ext cx="1627632" cy="30632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75688" y="1719072"/>
            <a:ext cx="1627632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18470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75688" y="213969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48840" y="257860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Anchor Agent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67128" y="2999232"/>
            <a:ext cx="14447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Classifies every anchor text as descriptive, generic, empty, or over-optimised. Flags diversity issues per destination page.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3320" y="3182112"/>
            <a:ext cx="82296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85616" y="1719072"/>
            <a:ext cx="1627632" cy="30632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85616" y="1719072"/>
            <a:ext cx="162763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18470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85616" y="213969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58768" y="257860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Topic Agent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77056" y="2999232"/>
            <a:ext cx="14447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Clusters pages by TF-IDF cosine similarity into topical silos. Labels each cluster and identifies hub vs. scattered pages.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13248" y="3182112"/>
            <a:ext cx="82296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95544" y="1719072"/>
            <a:ext cx="1627632" cy="30632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95544" y="1719072"/>
            <a:ext cx="16276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18470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95544" y="213969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68696" y="257860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Entity Agent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86984" y="2999232"/>
            <a:ext cx="14447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Optionally calls Claude API to extract named entities and compute semantic relatedness between pages — enables smarter link suggestions.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23176" y="3182112"/>
            <a:ext cx="82296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05472" y="1719072"/>
            <a:ext cx="1627632" cy="30632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05472" y="1719072"/>
            <a:ext cx="16276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18470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366F1"/>
                </a:solidFill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05472" y="213969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78624" y="257860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F5F9"/>
                </a:solidFill>
              </a:rPr>
              <a:t>Reporter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96912" y="2999232"/>
            <a:ext cx="144475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Computes the 0–100 health score, generates priority fix queue, writes report.json &amp; report.html, pushes to Notion, and notifies Slack.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Upload CSV  ──────────────────────────────────────────────────────────────────────────────  Notion / Slack / Dashboard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in one tool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🕷 Built-in Crawler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81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Enter any URL — crawls up to 200 pages, robots.txt compliant. No extra tools needed.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234440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📂 CSV 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581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Drag &amp; drop Screaming Frog exports for instant analysis on sites of any size.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📊 Health Score 0–100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5819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Weighted across 6 dimensions: broken links, orphans, anchors, PageRank, clusters, depth.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203704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03704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🏷 Orphan 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25511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Finds zero-inlink pages invisible to Google, suggests which pages should link to them.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203704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2203704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⚓ Anchor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25511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Classifies every anchor (generic, empty, over-optimised, descriptive) per destination.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203704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203704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🗂 Topic Clusters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25511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TF-IDF cosine similarity silos pages. Labels hubs vs. scattered with authority scores.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172968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172968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📈 PageRank Flow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" y="3520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Simulates Google's PageRank — shows which pages gain or are starved of link equity.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3172968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3172968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🔗 Link Recommendations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128" y="3520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Per-page suggestions with source, target, anchor text, and the reason why.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3172968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3172968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⚠ Cannibalization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44768" y="3520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Detects pages competing for the same keywords via title/H1 and anchor overlap.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142232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142232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📤 Notion Export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5488" y="4489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One-click: pushes a fully structured report — score, fix checklist, recs, clusters.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0" y="4142232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4142232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💬 Slack Alerts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10128" y="4489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Webhook sends grade, score, and key stats to your channel after every run.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35040" y="4142232"/>
            <a:ext cx="2706624" cy="896112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4142232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📉 History &amp; Trends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44768" y="44897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94A3B8"/>
                </a:solidFill>
              </a:rPr>
              <a:t>Auto-saves 50 runs. Dashboard sparkline shows how your score changes over time.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Follow this order — each step builds on the previous one.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53896"/>
            <a:ext cx="347472" cy="347472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4356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Open the Landing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6733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localhost:7700/landing.html — show agent explainer &amp; Notion section.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05072" y="1490472"/>
            <a:ext cx="749808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5072" y="14904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⏱ 30s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347472" cy="347472"/>
          </a:xfrm>
          <a:prstGeom prst="ellipse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048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Enter a URL to Crawl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Crawl tab → enter domain → hit Analyse. Show live SSE feed.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05072" y="2103120"/>
            <a:ext cx="749808" cy="274320"/>
          </a:xfrm>
          <a:prstGeom prst="rect">
            <a:avLst>
              <a:gd name="adj" fmla="val 13333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2103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⏱ 60s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79192"/>
            <a:ext cx="347472" cy="347472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6609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Walk the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2898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Health Score gauge → Graph (orphans/broken) → Anchors → Clusters.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05072" y="2715768"/>
            <a:ext cx="749808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27157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⏱ 90s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347472" cy="34747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2735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Open Recommendations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3511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Link Recs page — source, target, anchor text, reason per page.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05072" y="3328416"/>
            <a:ext cx="749808" cy="274320"/>
          </a:xfrm>
          <a:prstGeom prst="rect">
            <a:avLst>
              <a:gd name="adj" fmla="val 13333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33284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⏱ 30s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904488"/>
            <a:ext cx="347472" cy="347472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8862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Export to Notion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" y="4123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Reports → Notion card → Export. Switch tab to show live result.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05072" y="3941064"/>
            <a:ext cx="749808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39410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⏱ 30s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517136"/>
            <a:ext cx="347472" cy="347472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" y="44988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Show History Chart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" y="4736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Overview → History sparkline. Score trend across runs.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05072" y="4553712"/>
            <a:ext cx="749808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5072" y="45537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⏱ 20s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502920"/>
            <a:ext cx="3749040" cy="44348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166360" y="658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KEY TALKING POINTS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10058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53212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Built entirely with Python stdlib + Claude API — no paid crawl tools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166360" y="14356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532120" y="1435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Full analysis in under 60 seconds for a 200-page site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166360" y="18653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532120" y="1865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100% local — your data never leaves your machine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166360" y="22951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532120" y="2295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5 agents each do one job well: graph → anchor → topic → entity → report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166360" y="27249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532120" y="27249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Health score is objective &amp; reproducible — not a black box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66360" y="31546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🔌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532120" y="3154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Plugs directly into existing workflows: Notion + Slack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166360" y="3584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32120" y="3584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Trend tracking: watch your score improve as you fix issues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166360" y="40142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532120" y="40142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Works on any site — no Screaming Frog licence required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74320"/>
          </a:xfrm>
          <a:prstGeom prst="rect">
            <a:avLst>
              <a:gd name="adj" fmla="val 13333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not just use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tools?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503920" cy="3657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09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</a:rPr>
              <a:t>Feature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</a:rPr>
              <a:t>Link Intel Suite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0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</a:rPr>
              <a:t>Screaming Frog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0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</a:rPr>
              <a:t>Ahrefs / Semrush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</a:rPr>
              <a:t>Custom Script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503920" cy="38404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Built-in crawler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Zero setup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✗ Separate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41448"/>
            <a:ext cx="85039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41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Topical cluster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AI-powered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~ Basic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2441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25496"/>
            <a:ext cx="8503920" cy="38404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25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PageRank simulation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Full graph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8254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~ DIY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09544"/>
            <a:ext cx="85039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09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Contextual link recs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Per page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0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~ Generic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93592"/>
            <a:ext cx="8503920" cy="38404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935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Notion export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One click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0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0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35935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85039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Health score history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6032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Auto-tracked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0624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5216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~ Paid only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✗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361688"/>
            <a:ext cx="8503920" cy="38404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361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Runs locally / free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60320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 Fully local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06240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~ £149/yr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52160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✗ Subscription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98080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745736"/>
            <a:ext cx="85039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745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Setup time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560320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&lt; 2 minutes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06240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30–60 min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52160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Hours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98080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Days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the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tools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114800" cy="157276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01368"/>
            <a:ext cx="64008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Python 3 stdlib only — no frameworks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68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ThreadingHTTPServer + SSE for live 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BFS web crawler (urllib + html.parser)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NetworkX for link graph &amp; PageRank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664208"/>
            <a:ext cx="4114800" cy="157276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01368"/>
            <a:ext cx="64008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</a:rPr>
              <a:t>AI /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Claude API (claude-sonnet-4-6) for entity extraction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368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TF-IDF cosine similarity for topical clusters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Custom health scoring algorithm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898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Anchor text classification logic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4114800" cy="157276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93008"/>
            <a:ext cx="64008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65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</a:rPr>
              <a:t>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Vanilla JS SPA with hash routing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Chart.js for data visualisation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Server-Sent Events for live progress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590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Dark theme with CSS custom properties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355848"/>
            <a:ext cx="4114800" cy="1572768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93008"/>
            <a:ext cx="64008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65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</a:rPr>
              <a:t>INTEGRATIONS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794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Notion REST API v2022-06-28 (urllib)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Slack Incoming Webhooks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Screaming Frog CSV import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590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·  JSON-based history persistence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one run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1920240" cy="10058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922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Health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719072"/>
            <a:ext cx="1920240" cy="10058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7922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2316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719072"/>
            <a:ext cx="1920240" cy="10058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7922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8056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Run history saved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719072"/>
            <a:ext cx="1920240" cy="1005840"/>
          </a:xfrm>
          <a:prstGeom prst="rect">
            <a:avLst/>
          </a:prstGeom>
          <a:solidFill>
            <a:srgbClr val="0C1120"/>
          </a:solidFill>
          <a:ln w="12700">
            <a:solidFill>
              <a:srgbClr val="1E2A3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7922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37960" y="2340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</a:rPr>
              <a:t>WHAT THE REPORT INCLUDES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Priority fix queue — ranked by severity with page-level detail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Broken internal links list with source, destination &amp; 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7124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Orphan pages with suggested linking pages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371246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7124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Anchor text breakdown — generic, empty, over-optimised per page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13308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133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Topical cluster map — hub pages, scattered pages, gaps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413308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41330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PageRank top 10 / bottom 10 with protection scores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5537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4553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Contextual link recommendations with suggested anchors &amp; reasoning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55371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4553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Notion page + Slack notification — ready to share with the team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3730A3">
              <a:alpha val="15000"/>
            </a:srgbClr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 now.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18CF8"/>
                </a:solidFill>
              </a:rPr>
              <a:t>localhost:7700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Drop in any URL or Screaming Frog export and run a complete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internal link audit in under 60 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182880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🕷  No Screaming Frog required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3566160"/>
            <a:ext cx="1828800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📤  Push to Notion in one click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3566160"/>
            <a:ext cx="1828800" cy="274320"/>
          </a:xfrm>
          <a:prstGeom prst="rect">
            <a:avLst>
              <a:gd name="adj" fmla="val 1333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💬  Slack alerts out of the box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3566160"/>
            <a:ext cx="1828800" cy="274320"/>
          </a:xfrm>
          <a:prstGeom prst="rect">
            <a:avLst>
              <a:gd name="adj" fmla="val 1333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📊  Health score + trend tracking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Built for the Hackathon · Link Intel Suite · github.com/aayush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 Intel Suite — Pitch Deck</dc:title>
  <dc:subject>PptxGenJS Presentation</dc:subject>
  <dc:creator>PptxGenJS</dc:creator>
  <cp:lastModifiedBy>PptxGenJS</cp:lastModifiedBy>
  <cp:revision>1</cp:revision>
  <dcterms:created xsi:type="dcterms:W3CDTF">2026-06-21T08:14:02Z</dcterms:created>
  <dcterms:modified xsi:type="dcterms:W3CDTF">2026-06-21T08:14:02Z</dcterms:modified>
</cp:coreProperties>
</file>